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1" r:id="rId2"/>
  </p:sldIdLst>
  <p:sldSz cx="6858000" cy="9906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8" d="100"/>
          <a:sy n="48" d="100"/>
        </p:scale>
        <p:origin x="2358" y="60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135D91-F4FE-45F1-AE2E-83AE914EF9E4}" type="datetimeFigureOut">
              <a:rPr lang="en-US" smtClean="0"/>
              <a:t>4/1/2020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B22453-995E-4BF6-BC18-1A41E5090B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266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3077282"/>
            <a:ext cx="5829300" cy="212336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80CCB-52DD-4692-AC9A-FD79158873BF}" type="datetimeFigureOut">
              <a:rPr lang="en-US" smtClean="0"/>
              <a:t>4/1/2020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8A86-F70E-488B-A7A6-9D2B733178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573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80CCB-52DD-4692-AC9A-FD79158873BF}" type="datetimeFigureOut">
              <a:rPr lang="en-US" smtClean="0"/>
              <a:t>4/1/2020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8A86-F70E-488B-A7A6-9D2B733178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414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6365523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4198586"/>
            <a:ext cx="5829300" cy="216693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80CCB-52DD-4692-AC9A-FD79158873BF}" type="datetimeFigureOut">
              <a:rPr lang="en-US" smtClean="0"/>
              <a:t>4/1/2020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8A86-F70E-488B-A7A6-9D2B733178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581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7175" y="3338690"/>
            <a:ext cx="2257425" cy="944280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28900" y="3338690"/>
            <a:ext cx="2257425" cy="944280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80CCB-52DD-4692-AC9A-FD79158873BF}" type="datetimeFigureOut">
              <a:rPr lang="en-US" smtClean="0"/>
              <a:t>4/1/2020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8A86-F70E-488B-A7A6-9D2B733178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298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80CCB-52DD-4692-AC9A-FD79158873BF}" type="datetimeFigureOut">
              <a:rPr lang="en-US" smtClean="0"/>
              <a:t>4/1/2020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8A86-F70E-488B-A7A6-9D2B733178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947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80CCB-52DD-4692-AC9A-FD79158873BF}" type="datetimeFigureOut">
              <a:rPr lang="en-US" smtClean="0"/>
              <a:t>4/1/2020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8A86-F70E-488B-A7A6-9D2B733178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530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80CCB-52DD-4692-AC9A-FD79158873BF}" type="datetimeFigureOut">
              <a:rPr lang="en-US" smtClean="0"/>
              <a:t>4/1/2020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8A86-F70E-488B-A7A6-9D2B733178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719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94405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80CCB-52DD-4692-AC9A-FD79158873BF}" type="datetimeFigureOut">
              <a:rPr lang="en-US" smtClean="0"/>
              <a:t>4/1/2020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8A86-F70E-488B-A7A6-9D2B733178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38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6934200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7752822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80CCB-52DD-4692-AC9A-FD79158873BF}" type="datetimeFigureOut">
              <a:rPr lang="en-US" smtClean="0"/>
              <a:t>4/1/2020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8A86-F70E-488B-A7A6-9D2B733178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01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80CCB-52DD-4692-AC9A-FD79158873BF}" type="datetimeFigureOut">
              <a:rPr lang="en-US" smtClean="0"/>
              <a:t>4/1/2020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8A86-F70E-488B-A7A6-9D2B733178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158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729037" y="573264"/>
            <a:ext cx="1157288" cy="1220822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573264"/>
            <a:ext cx="3357563" cy="1220822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80CCB-52DD-4692-AC9A-FD79158873BF}" type="datetimeFigureOut">
              <a:rPr lang="en-US" smtClean="0"/>
              <a:t>4/1/2020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8A86-F70E-488B-A7A6-9D2B733178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653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311401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9181395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380CCB-52DD-4692-AC9A-FD79158873BF}" type="datetimeFigureOut">
              <a:rPr lang="en-US" smtClean="0"/>
              <a:t>4/1/2020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9181395"/>
            <a:ext cx="21717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9181395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ED8A86-F70E-488B-A7A6-9D2B733178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241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9" descr="Image result for boss flat icon&quot;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67833"/>
            <a:ext cx="457200" cy="4572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28650" y="76200"/>
            <a:ext cx="32029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latin typeface="Dosis" pitchFamily="50" charset="0"/>
              </a:rPr>
              <a:t>Doc 1: CAREER CONVERSATION TOOL</a:t>
            </a:r>
            <a:endParaRPr lang="en-US" sz="1600" b="1" dirty="0">
              <a:latin typeface="Dosis" pitchFamily="50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5790464"/>
              </p:ext>
            </p:extLst>
          </p:nvPr>
        </p:nvGraphicFramePr>
        <p:xfrm>
          <a:off x="228600" y="990600"/>
          <a:ext cx="2362200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sz="1050" b="0" dirty="0" smtClean="0">
                          <a:latin typeface="Arial Narrow" panose="020B0606020202030204" pitchFamily="34" charset="0"/>
                        </a:rPr>
                        <a:t>Where</a:t>
                      </a:r>
                      <a:r>
                        <a:rPr lang="en-US" sz="1050" b="0" baseline="0" dirty="0" smtClean="0">
                          <a:latin typeface="Arial Narrow" panose="020B0606020202030204" pitchFamily="34" charset="0"/>
                        </a:rPr>
                        <a:t> I see myself in the future (my career and/or professional growth goals</a:t>
                      </a:r>
                      <a:endParaRPr lang="en-US" sz="1050" b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baseline="0" dirty="0" smtClean="0">
                        <a:latin typeface="Existence Light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 smtClean="0">
                        <a:latin typeface="Existence Light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 smtClean="0">
                        <a:latin typeface="Existence Light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 smtClean="0">
                        <a:latin typeface="Existence Light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>
                        <a:latin typeface="Existence Light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4202233"/>
              </p:ext>
            </p:extLst>
          </p:nvPr>
        </p:nvGraphicFramePr>
        <p:xfrm>
          <a:off x="228600" y="2438400"/>
          <a:ext cx="2362200" cy="1196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sz="1050" b="0" dirty="0" smtClean="0">
                          <a:latin typeface="Arial Narrow" panose="020B0606020202030204" pitchFamily="34" charset="0"/>
                        </a:rPr>
                        <a:t>What I see as my strengths and talents</a:t>
                      </a:r>
                      <a:endParaRPr lang="en-US" sz="1050" b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050" dirty="0" smtClean="0"/>
                    </a:p>
                    <a:p>
                      <a:endParaRPr lang="en-US" sz="1050" dirty="0" smtClean="0"/>
                    </a:p>
                    <a:p>
                      <a:endParaRPr lang="en-US" sz="1050" dirty="0" smtClean="0"/>
                    </a:p>
                    <a:p>
                      <a:endParaRPr lang="en-US" sz="1050" dirty="0" smtClean="0"/>
                    </a:p>
                    <a:p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6924400"/>
              </p:ext>
            </p:extLst>
          </p:nvPr>
        </p:nvGraphicFramePr>
        <p:xfrm>
          <a:off x="4267200" y="2438400"/>
          <a:ext cx="2362200" cy="1196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sz="1050" b="0" dirty="0" smtClean="0">
                          <a:latin typeface="Arial Narrow" panose="020B0606020202030204" pitchFamily="34" charset="0"/>
                        </a:rPr>
                        <a:t>What you see as my strengths and talents</a:t>
                      </a:r>
                      <a:endParaRPr lang="en-US" sz="1050" b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28600" indent="-228600">
                        <a:buAutoNum type="arabicPeriod"/>
                      </a:pPr>
                      <a:endParaRPr lang="en-US" sz="1050" dirty="0" smtClean="0"/>
                    </a:p>
                    <a:p>
                      <a:pPr marL="228600" indent="-228600">
                        <a:buAutoNum type="arabicPeriod"/>
                      </a:pPr>
                      <a:endParaRPr lang="en-US" sz="1050" dirty="0" smtClean="0"/>
                    </a:p>
                    <a:p>
                      <a:pPr marL="228600" indent="-228600">
                        <a:buAutoNum type="arabicPeriod"/>
                      </a:pPr>
                      <a:endParaRPr lang="en-US" sz="1050" dirty="0" smtClean="0"/>
                    </a:p>
                    <a:p>
                      <a:pPr marL="228600" indent="-228600">
                        <a:buAutoNum type="arabicPeriod"/>
                      </a:pPr>
                      <a:endParaRPr lang="en-US" sz="1050" dirty="0" smtClean="0"/>
                    </a:p>
                    <a:p>
                      <a:pPr marL="228600" indent="-228600">
                        <a:buAutoNum type="arabicPeriod"/>
                      </a:pPr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5243662"/>
              </p:ext>
            </p:extLst>
          </p:nvPr>
        </p:nvGraphicFramePr>
        <p:xfrm>
          <a:off x="228600" y="3901440"/>
          <a:ext cx="2362200" cy="135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sz="1050" b="0" dirty="0" smtClean="0">
                          <a:latin typeface="Arial Narrow" panose="020B0606020202030204" pitchFamily="34" charset="0"/>
                        </a:rPr>
                        <a:t>What I see as my area of</a:t>
                      </a:r>
                      <a:r>
                        <a:rPr lang="en-US" sz="1050" b="0" baseline="0" dirty="0" smtClean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en-US" sz="1050" b="0" dirty="0" smtClean="0">
                          <a:latin typeface="Arial Narrow" panose="020B0606020202030204" pitchFamily="34" charset="0"/>
                        </a:rPr>
                        <a:t>development </a:t>
                      </a:r>
                      <a:endParaRPr lang="en-US" sz="1050" b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050" dirty="0" smtClean="0"/>
                    </a:p>
                    <a:p>
                      <a:endParaRPr lang="en-US" sz="1050" dirty="0" smtClean="0"/>
                    </a:p>
                    <a:p>
                      <a:endParaRPr lang="en-US" sz="1050" dirty="0" smtClean="0"/>
                    </a:p>
                    <a:p>
                      <a:endParaRPr lang="en-US" sz="1050" dirty="0" smtClean="0"/>
                    </a:p>
                    <a:p>
                      <a:endParaRPr lang="en-US" sz="1050" dirty="0" smtClean="0"/>
                    </a:p>
                    <a:p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9913922"/>
              </p:ext>
            </p:extLst>
          </p:nvPr>
        </p:nvGraphicFramePr>
        <p:xfrm>
          <a:off x="4267200" y="3901440"/>
          <a:ext cx="2362200" cy="135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sz="1050" b="0" dirty="0" smtClean="0">
                          <a:latin typeface="Arial Narrow" panose="020B0606020202030204" pitchFamily="34" charset="0"/>
                        </a:rPr>
                        <a:t>What you see as my area of development </a:t>
                      </a:r>
                      <a:endParaRPr lang="en-US" sz="1050" b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050" dirty="0" smtClean="0"/>
                    </a:p>
                    <a:p>
                      <a:endParaRPr lang="en-US" sz="1050" dirty="0" smtClean="0"/>
                    </a:p>
                    <a:p>
                      <a:endParaRPr lang="en-US" sz="1050" dirty="0" smtClean="0"/>
                    </a:p>
                    <a:p>
                      <a:endParaRPr lang="en-US" sz="1050" dirty="0" smtClean="0"/>
                    </a:p>
                    <a:p>
                      <a:endParaRPr lang="en-US" sz="1050" dirty="0" smtClean="0"/>
                    </a:p>
                    <a:p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8247081"/>
              </p:ext>
            </p:extLst>
          </p:nvPr>
        </p:nvGraphicFramePr>
        <p:xfrm>
          <a:off x="228600" y="5562600"/>
          <a:ext cx="2362200" cy="1303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sz="1050" b="0" dirty="0" smtClean="0">
                          <a:latin typeface="Arial Narrow" panose="020B0606020202030204" pitchFamily="34" charset="0"/>
                        </a:rPr>
                        <a:t>What I see as possible development actions</a:t>
                      </a:r>
                      <a:r>
                        <a:rPr lang="en-US" sz="1050" b="0" baseline="0" dirty="0" smtClean="0">
                          <a:latin typeface="Arial Narrow" panose="020B0606020202030204" pitchFamily="34" charset="0"/>
                        </a:rPr>
                        <a:t> for me</a:t>
                      </a:r>
                      <a:endParaRPr lang="en-US" sz="1050" b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Tx/>
                        <a:buNone/>
                      </a:pPr>
                      <a:endParaRPr lang="en-US" sz="1050" dirty="0" smtClean="0"/>
                    </a:p>
                    <a:p>
                      <a:pPr marL="0" indent="0" algn="l" defTabSz="914400" rtl="0" eaLnBrk="1" latinLnBrk="0" hangingPunct="1">
                        <a:buFontTx/>
                        <a:buNone/>
                      </a:pPr>
                      <a:endParaRPr lang="en-US" sz="1050" dirty="0" smtClean="0"/>
                    </a:p>
                    <a:p>
                      <a:pPr marL="0" indent="0" algn="l" defTabSz="914400" rtl="0" eaLnBrk="1" latinLnBrk="0" hangingPunct="1">
                        <a:buFontTx/>
                        <a:buNone/>
                      </a:pPr>
                      <a:endParaRPr lang="en-US" sz="1050" dirty="0" smtClean="0"/>
                    </a:p>
                    <a:p>
                      <a:pPr marL="0" indent="0" algn="l" defTabSz="914400" rtl="0" eaLnBrk="1" latinLnBrk="0" hangingPunct="1">
                        <a:buFontTx/>
                        <a:buNone/>
                      </a:pPr>
                      <a:endParaRPr lang="en-US" sz="1050" dirty="0" smtClean="0"/>
                    </a:p>
                    <a:p>
                      <a:pPr marL="0" indent="0" algn="l" defTabSz="914400" rtl="0" eaLnBrk="1" latinLnBrk="0" hangingPunct="1">
                        <a:buFontTx/>
                        <a:buNone/>
                      </a:pPr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7656816"/>
              </p:ext>
            </p:extLst>
          </p:nvPr>
        </p:nvGraphicFramePr>
        <p:xfrm>
          <a:off x="4256040" y="5565613"/>
          <a:ext cx="2362200" cy="1303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sz="1050" b="0" dirty="0" smtClean="0">
                          <a:latin typeface="Arial Narrow" panose="020B0606020202030204" pitchFamily="34" charset="0"/>
                        </a:rPr>
                        <a:t>What you see as possible development actions for me</a:t>
                      </a:r>
                      <a:endParaRPr lang="en-US" sz="1050" b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050" dirty="0" smtClean="0"/>
                    </a:p>
                    <a:p>
                      <a:endParaRPr lang="en-US" sz="1050" dirty="0" smtClean="0"/>
                    </a:p>
                    <a:p>
                      <a:endParaRPr lang="en-US" sz="1050" dirty="0" smtClean="0"/>
                    </a:p>
                    <a:p>
                      <a:endParaRPr lang="en-US" sz="1050" dirty="0" smtClean="0"/>
                    </a:p>
                    <a:p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9655771"/>
              </p:ext>
            </p:extLst>
          </p:nvPr>
        </p:nvGraphicFramePr>
        <p:xfrm>
          <a:off x="1673200" y="8458200"/>
          <a:ext cx="3584600" cy="135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sz="1050" b="0" dirty="0" smtClean="0">
                          <a:latin typeface="Arial Narrow" panose="020B0606020202030204" pitchFamily="34" charset="0"/>
                        </a:rPr>
                        <a:t>Development plan I will commit to and you will support for this year</a:t>
                      </a:r>
                      <a:endParaRPr lang="en-US" sz="1050" b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050" dirty="0" smtClean="0"/>
                    </a:p>
                    <a:p>
                      <a:endParaRPr lang="en-US" sz="1050" dirty="0" smtClean="0"/>
                    </a:p>
                    <a:p>
                      <a:endParaRPr lang="en-US" sz="1050" dirty="0" smtClean="0"/>
                    </a:p>
                    <a:p>
                      <a:endParaRPr lang="en-US" sz="1050" dirty="0" smtClean="0"/>
                    </a:p>
                    <a:p>
                      <a:endParaRPr lang="en-US" sz="1050" dirty="0" smtClean="0"/>
                    </a:p>
                    <a:p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Down Arrow 14"/>
          <p:cNvSpPr/>
          <p:nvPr/>
        </p:nvSpPr>
        <p:spPr>
          <a:xfrm>
            <a:off x="3276600" y="1143000"/>
            <a:ext cx="338794" cy="7239000"/>
          </a:xfrm>
          <a:prstGeom prst="down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/>
          <p:cNvGrpSpPr/>
          <p:nvPr/>
        </p:nvGrpSpPr>
        <p:grpSpPr>
          <a:xfrm>
            <a:off x="2911355" y="1066800"/>
            <a:ext cx="1084242" cy="691982"/>
            <a:chOff x="2911355" y="1405888"/>
            <a:chExt cx="1084242" cy="691982"/>
          </a:xfrm>
        </p:grpSpPr>
        <p:sp>
          <p:nvSpPr>
            <p:cNvPr id="19" name="Down Arrow 18"/>
            <p:cNvSpPr/>
            <p:nvPr/>
          </p:nvSpPr>
          <p:spPr>
            <a:xfrm rot="19104661">
              <a:off x="2911355" y="1406480"/>
              <a:ext cx="262075" cy="691390"/>
            </a:xfrm>
            <a:prstGeom prst="downArrow">
              <a:avLst>
                <a:gd name="adj1" fmla="val 50000"/>
                <a:gd name="adj2" fmla="val 58725"/>
              </a:avLst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Down Arrow 19"/>
            <p:cNvSpPr/>
            <p:nvPr/>
          </p:nvSpPr>
          <p:spPr>
            <a:xfrm rot="2474771">
              <a:off x="3733522" y="1405888"/>
              <a:ext cx="262075" cy="691390"/>
            </a:xfrm>
            <a:prstGeom prst="downArrow">
              <a:avLst>
                <a:gd name="adj1" fmla="val 50000"/>
                <a:gd name="adj2" fmla="val 58725"/>
              </a:avLst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2906233" y="2514600"/>
            <a:ext cx="1084242" cy="691982"/>
            <a:chOff x="2911355" y="1405888"/>
            <a:chExt cx="1084242" cy="691982"/>
          </a:xfrm>
        </p:grpSpPr>
        <p:sp>
          <p:nvSpPr>
            <p:cNvPr id="26" name="Down Arrow 25"/>
            <p:cNvSpPr/>
            <p:nvPr/>
          </p:nvSpPr>
          <p:spPr>
            <a:xfrm rot="19104661">
              <a:off x="2911355" y="1406480"/>
              <a:ext cx="262075" cy="691390"/>
            </a:xfrm>
            <a:prstGeom prst="downArrow">
              <a:avLst>
                <a:gd name="adj1" fmla="val 50000"/>
                <a:gd name="adj2" fmla="val 58725"/>
              </a:avLst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Down Arrow 26"/>
            <p:cNvSpPr/>
            <p:nvPr/>
          </p:nvSpPr>
          <p:spPr>
            <a:xfrm rot="2474771">
              <a:off x="3733522" y="1405888"/>
              <a:ext cx="262075" cy="691390"/>
            </a:xfrm>
            <a:prstGeom prst="downArrow">
              <a:avLst>
                <a:gd name="adj1" fmla="val 50000"/>
                <a:gd name="adj2" fmla="val 58725"/>
              </a:avLst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2906233" y="3962400"/>
            <a:ext cx="1084242" cy="691982"/>
            <a:chOff x="2911355" y="1405888"/>
            <a:chExt cx="1084242" cy="691982"/>
          </a:xfrm>
        </p:grpSpPr>
        <p:sp>
          <p:nvSpPr>
            <p:cNvPr id="29" name="Down Arrow 28"/>
            <p:cNvSpPr/>
            <p:nvPr/>
          </p:nvSpPr>
          <p:spPr>
            <a:xfrm rot="19104661">
              <a:off x="2911355" y="1406480"/>
              <a:ext cx="262075" cy="691390"/>
            </a:xfrm>
            <a:prstGeom prst="downArrow">
              <a:avLst>
                <a:gd name="adj1" fmla="val 50000"/>
                <a:gd name="adj2" fmla="val 58725"/>
              </a:avLst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Down Arrow 29"/>
            <p:cNvSpPr/>
            <p:nvPr/>
          </p:nvSpPr>
          <p:spPr>
            <a:xfrm rot="2474771">
              <a:off x="3733522" y="1405888"/>
              <a:ext cx="262075" cy="691390"/>
            </a:xfrm>
            <a:prstGeom prst="downArrow">
              <a:avLst>
                <a:gd name="adj1" fmla="val 50000"/>
                <a:gd name="adj2" fmla="val 58725"/>
              </a:avLst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2906233" y="5632618"/>
            <a:ext cx="1084242" cy="691982"/>
            <a:chOff x="2911355" y="1405888"/>
            <a:chExt cx="1084242" cy="691982"/>
          </a:xfrm>
        </p:grpSpPr>
        <p:sp>
          <p:nvSpPr>
            <p:cNvPr id="32" name="Down Arrow 31"/>
            <p:cNvSpPr/>
            <p:nvPr/>
          </p:nvSpPr>
          <p:spPr>
            <a:xfrm rot="19104661">
              <a:off x="2911355" y="1406480"/>
              <a:ext cx="262075" cy="691390"/>
            </a:xfrm>
            <a:prstGeom prst="downArrow">
              <a:avLst>
                <a:gd name="adj1" fmla="val 50000"/>
                <a:gd name="adj2" fmla="val 58725"/>
              </a:avLst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Down Arrow 32"/>
            <p:cNvSpPr/>
            <p:nvPr/>
          </p:nvSpPr>
          <p:spPr>
            <a:xfrm rot="2474771">
              <a:off x="3733522" y="1405888"/>
              <a:ext cx="262075" cy="691390"/>
            </a:xfrm>
            <a:prstGeom prst="downArrow">
              <a:avLst>
                <a:gd name="adj1" fmla="val 50000"/>
                <a:gd name="adj2" fmla="val 58725"/>
              </a:avLst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6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9300" y="9352402"/>
            <a:ext cx="876300" cy="401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Picture 7" descr="Image result for boss flat icon&quot;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8776" y="431444"/>
            <a:ext cx="516624" cy="516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990600" y="515723"/>
            <a:ext cx="109645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 smtClean="0">
                <a:latin typeface="Dosis" pitchFamily="50" charset="0"/>
              </a:rPr>
              <a:t>EMPLOYEE</a:t>
            </a:r>
            <a:endParaRPr lang="en-US" sz="1600" b="1" dirty="0">
              <a:latin typeface="Dosis" pitchFamily="50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5105400" y="520912"/>
            <a:ext cx="126509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 smtClean="0">
                <a:latin typeface="Dosis" pitchFamily="50" charset="0"/>
              </a:rPr>
              <a:t>SUPERVISOR</a:t>
            </a:r>
            <a:endParaRPr lang="en-US" sz="1600" b="1" dirty="0">
              <a:latin typeface="Dosis" pitchFamily="50" charset="0"/>
            </a:endParaRPr>
          </a:p>
        </p:txBody>
      </p: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0295631"/>
              </p:ext>
            </p:extLst>
          </p:nvPr>
        </p:nvGraphicFramePr>
        <p:xfrm>
          <a:off x="4267200" y="990600"/>
          <a:ext cx="2362200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sz="1050" b="0" dirty="0" smtClean="0">
                          <a:latin typeface="Arial Narrow" panose="020B0606020202030204" pitchFamily="34" charset="0"/>
                        </a:rPr>
                        <a:t>Where</a:t>
                      </a:r>
                      <a:r>
                        <a:rPr lang="en-US" sz="1050" b="0" baseline="0" dirty="0" smtClean="0">
                          <a:latin typeface="Arial Narrow" panose="020B0606020202030204" pitchFamily="34" charset="0"/>
                        </a:rPr>
                        <a:t> you see me in the future (growing in current job or taking on new responsibilities</a:t>
                      </a:r>
                      <a:endParaRPr lang="en-US" sz="1050" b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baseline="0" dirty="0" smtClean="0">
                        <a:latin typeface="Existence Light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 smtClean="0">
                        <a:latin typeface="Existence Light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 smtClean="0">
                        <a:latin typeface="Existence Light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 smtClean="0">
                        <a:latin typeface="Existence Light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>
                        <a:latin typeface="Existence Light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9" name="Table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1715329"/>
              </p:ext>
            </p:extLst>
          </p:nvPr>
        </p:nvGraphicFramePr>
        <p:xfrm>
          <a:off x="239760" y="7162800"/>
          <a:ext cx="2362200" cy="1196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sz="1050" b="0" dirty="0" smtClean="0">
                          <a:latin typeface="Arial Narrow" panose="020B0606020202030204" pitchFamily="34" charset="0"/>
                        </a:rPr>
                        <a:t>What is my mobility flexibility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Tx/>
                        <a:buNone/>
                      </a:pPr>
                      <a:endParaRPr lang="en-US" sz="1050" dirty="0" smtClean="0"/>
                    </a:p>
                    <a:p>
                      <a:pPr marL="0" indent="0" algn="l" defTabSz="914400" rtl="0" eaLnBrk="1" latinLnBrk="0" hangingPunct="1">
                        <a:buFontTx/>
                        <a:buNone/>
                      </a:pPr>
                      <a:endParaRPr lang="en-US" sz="1050" dirty="0" smtClean="0"/>
                    </a:p>
                    <a:p>
                      <a:pPr marL="0" indent="0" algn="l" defTabSz="914400" rtl="0" eaLnBrk="1" latinLnBrk="0" hangingPunct="1">
                        <a:buFontTx/>
                        <a:buNone/>
                      </a:pPr>
                      <a:endParaRPr lang="en-US" sz="1050" dirty="0" smtClean="0"/>
                    </a:p>
                    <a:p>
                      <a:pPr marL="0" indent="0" algn="l" defTabSz="914400" rtl="0" eaLnBrk="1" latinLnBrk="0" hangingPunct="1">
                        <a:buFontTx/>
                        <a:buNone/>
                      </a:pPr>
                      <a:endParaRPr lang="en-US" sz="1050" dirty="0" smtClean="0"/>
                    </a:p>
                    <a:p>
                      <a:pPr marL="0" indent="0" algn="l" defTabSz="914400" rtl="0" eaLnBrk="1" latinLnBrk="0" hangingPunct="1">
                        <a:buFontTx/>
                        <a:buNone/>
                      </a:pPr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0" name="Table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7766135"/>
              </p:ext>
            </p:extLst>
          </p:nvPr>
        </p:nvGraphicFramePr>
        <p:xfrm>
          <a:off x="4267200" y="7165813"/>
          <a:ext cx="236220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sz="1050" b="0" dirty="0" smtClean="0">
                          <a:latin typeface="Arial Narrow" panose="020B0606020202030204" pitchFamily="34" charset="0"/>
                        </a:rPr>
                        <a:t>What</a:t>
                      </a:r>
                      <a:r>
                        <a:rPr lang="en-US" sz="1050" b="0" baseline="0" dirty="0" smtClean="0">
                          <a:latin typeface="Arial Narrow" panose="020B0606020202030204" pitchFamily="34" charset="0"/>
                        </a:rPr>
                        <a:t> is your view on my  mobility readiness (functionally/ geographically)</a:t>
                      </a:r>
                      <a:endParaRPr lang="en-US" sz="1050" b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050" dirty="0" smtClean="0"/>
                    </a:p>
                    <a:p>
                      <a:endParaRPr lang="en-US" sz="1050" dirty="0" smtClean="0"/>
                    </a:p>
                    <a:p>
                      <a:endParaRPr lang="en-US" sz="1050" dirty="0" smtClean="0"/>
                    </a:p>
                    <a:p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41" name="Group 40"/>
          <p:cNvGrpSpPr/>
          <p:nvPr/>
        </p:nvGrpSpPr>
        <p:grpSpPr>
          <a:xfrm>
            <a:off x="2917393" y="7239000"/>
            <a:ext cx="1084242" cy="691982"/>
            <a:chOff x="2911355" y="1405888"/>
            <a:chExt cx="1084242" cy="691982"/>
          </a:xfrm>
        </p:grpSpPr>
        <p:sp>
          <p:nvSpPr>
            <p:cNvPr id="42" name="Down Arrow 41"/>
            <p:cNvSpPr/>
            <p:nvPr/>
          </p:nvSpPr>
          <p:spPr>
            <a:xfrm rot="19104661">
              <a:off x="2911355" y="1406480"/>
              <a:ext cx="262075" cy="691390"/>
            </a:xfrm>
            <a:prstGeom prst="downArrow">
              <a:avLst>
                <a:gd name="adj1" fmla="val 50000"/>
                <a:gd name="adj2" fmla="val 58725"/>
              </a:avLst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Down Arrow 42"/>
            <p:cNvSpPr/>
            <p:nvPr/>
          </p:nvSpPr>
          <p:spPr>
            <a:xfrm rot="2474771">
              <a:off x="3733522" y="1405888"/>
              <a:ext cx="262075" cy="691390"/>
            </a:xfrm>
            <a:prstGeom prst="downArrow">
              <a:avLst>
                <a:gd name="adj1" fmla="val 50000"/>
                <a:gd name="adj2" fmla="val 58725"/>
              </a:avLst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52031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438</TotalTime>
  <Words>120</Words>
  <Application>Microsoft Office PowerPoint</Application>
  <PresentationFormat>A4 Paper (210x297 mm)</PresentationFormat>
  <Paragraphs>49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Narrow</vt:lpstr>
      <vt:lpstr>Calibri</vt:lpstr>
      <vt:lpstr>Dosis</vt:lpstr>
      <vt:lpstr>Existence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Fadzli Salehhodin</dc:creator>
  <cp:lastModifiedBy>Pushpamalar Balachandran</cp:lastModifiedBy>
  <cp:revision>19</cp:revision>
  <dcterms:created xsi:type="dcterms:W3CDTF">2020-02-06T01:43:36Z</dcterms:created>
  <dcterms:modified xsi:type="dcterms:W3CDTF">2020-04-01T11:05:39Z</dcterms:modified>
</cp:coreProperties>
</file>